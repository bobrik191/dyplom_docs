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4572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ЗАДАЧІ ПРОЄКТУ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8640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93C5F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" y="132588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Провести аналіз існуючих комерційних рішень і визначити їх обмеження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48640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93C5F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399032"/>
            <a:ext cx="384048" cy="384048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31152" y="132588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Спроєктувати архітектуру системи за моделлю C4 (клієнтська та серверна частини)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548640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93C5F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4712" y="2532888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Розробити REST API з JWT-автентифікацією, Prisma ORM та Zod-валідацією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441448"/>
            <a:ext cx="548640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93C5F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2606040"/>
            <a:ext cx="384048" cy="384048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1152" y="2532888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Реалізувати SPA-конструктор опитувань на базі React + TypeScript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648456"/>
            <a:ext cx="548640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93C5F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813048"/>
            <a:ext cx="384048" cy="384048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4712" y="3739896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Інтегрувати ШІ-генерацію структури опитування через Google Gemini API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648456"/>
            <a:ext cx="548640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93C5FD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3813048"/>
            <a:ext cx="384048" cy="384048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1152" y="3739896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Побудувати аналітичний модуль реального часу та систему рівнів доступу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4572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ГЕНЕРАЦІЯ ОПИТУВАНЬ ЗА ДОПОМОГОЮ ШІ (GEMINI API)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93392" cy="201168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93C5FD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1288" y="1572768"/>
            <a:ext cx="585216" cy="585216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15727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Крок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Введення теми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743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Користувач вводить тему опитування та мову (UA / EN)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2313432"/>
            <a:ext cx="128016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2240280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417320"/>
            <a:ext cx="1993392" cy="201168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93C5FD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572768"/>
            <a:ext cx="585216" cy="585216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5727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221284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Крок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2423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Промпт-інжиніринг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61488" y="2743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Сервер формує структурований промпт із заданими параметрами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81728" y="2313432"/>
            <a:ext cx="128016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2240280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1993392" cy="2011680"/>
          </a:xfrm>
          <a:prstGeom prst="rect">
            <a:avLst/>
          </a:prstGeom>
          <a:solidFill>
            <a:srgbClr val="E8F5EE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63500" dist="25400" dir="8100000">
              <a:srgbClr val="93C5FD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50408" y="1572768"/>
            <a:ext cx="585216" cy="5852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15727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37760" y="221284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Крок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423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2743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POST-запит до Google Gemini; rate limiting через Redis (10 запитів/хв)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76288" y="2313432"/>
            <a:ext cx="128016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2240280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1417320"/>
            <a:ext cx="1993392" cy="201168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93C5FD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44968" y="1572768"/>
            <a:ext cx="585216" cy="585216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15727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0" y="221284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Крок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2423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Zod-валідація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50608" y="2743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Парсинг JSON-відповіді та серверна валідація схеми опитування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70848" y="2313432"/>
            <a:ext cx="128016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16568" y="2240280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235440" y="1417320"/>
            <a:ext cx="1993392" cy="2011680"/>
          </a:xfrm>
          <a:prstGeom prst="rect">
            <a:avLst/>
          </a:prstGeom>
          <a:solidFill>
            <a:srgbClr val="EEF4FB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93C5FD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939528" y="1572768"/>
            <a:ext cx="585216" cy="585216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39528" y="15727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26880" y="221284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Крок 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26880" y="2423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Конструктор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45168" y="2743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Автоматичне заповнення конструктора готовими питаннями та варіантами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" y="370332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" y="3776472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Мультимовність
</a:t>
            </a:r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Підтримка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UA / EN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86200" y="370332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95928" y="3776472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Rate Limiting
</a:t>
            </a:r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Redis: 10 req/хв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користувача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49440" y="370332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59168" y="3776472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Безпека
</a:t>
            </a:r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+ Zod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сервері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012680" y="370332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22408" y="3776472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Типи питань
</a:t>
            </a:r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 10 типів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автоматично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4572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ВИСНОВКИ ПО ПРОЄКТУ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Реалізовано JWT-автентифікацію та Zod-валідацію на сервері (Node.js + Express)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71323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0370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03911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SPA-конструктор: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Розроблено клієнтський додаток на React + TypeScript з drag-and-drop редактором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71323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8094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81635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ШІ-генерація: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Впроваджено LLM-генерацію структури опитувань через Gemini API з rate limiting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71323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75818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59359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Аналітика: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Реалізовано real-time дашборд з графіками розподілу відповідей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315968"/>
            <a:ext cx="71323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53542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35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37083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Redis / сесії: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Автозбереження прогресу проходження та кешування результатів аналітики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093208"/>
            <a:ext cx="713232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31266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312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514807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Рівні доступу: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Чотири рівні видимості опитувань: публічний, за посиланням, за паролем, приватний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1261872"/>
            <a:ext cx="3749040" cy="50292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38160" y="1536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МЕТА ДОСЯГНУТА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12480" y="2011680"/>
            <a:ext cx="2834640" cy="27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2221992"/>
            <a:ext cx="1600200" cy="10058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23134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183880" y="2788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типів питань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875520" y="2221992"/>
            <a:ext cx="1600200" cy="10058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0" y="23134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875520" y="2788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рівні доступу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83880" y="3337560"/>
            <a:ext cx="1600200" cy="10058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183880" y="39044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генерація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875520" y="3337560"/>
            <a:ext cx="1600200" cy="10058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RT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9875520" y="39044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аналітика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38160" y="4480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реалізована як повнофункціональний Open-Source MVP з відкритим вихідним кодом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2026-05-26T11:00:15Z</dcterms:created>
  <dcterms:modified xsi:type="dcterms:W3CDTF">2026-05-26T11:00:15Z</dcterms:modified>
</cp:coreProperties>
</file>